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0" y="17373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إدارة السوبرماركت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120640" y="3200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المبيعات والمخزون والمشتريات والمصاريف والتقارير في تطبيق واحد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تعريفي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5760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400" dirty="0"/>
          </a:p>
        </p:txBody>
      </p:sp>
      <p:sp>
        <p:nvSpPr>
          <p:cNvPr id="6" name="frame-dashboard"/>
          <p:cNvSpPr/>
          <p:nvPr/>
        </p:nvSpPr>
        <p:spPr>
          <a:xfrm>
            <a:off x="850392" y="1033272"/>
            <a:ext cx="2319594" cy="4608576"/>
          </a:xfrm>
          <a:prstGeom prst="roundRect">
            <a:avLst>
              <a:gd name="adj" fmla="val 5913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7" name="dashboard" descr="../pack/site/assets/scree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2191578" cy="4480560"/>
          </a:xfrm>
          <a:prstGeom prst="rect">
            <a:avLst/>
          </a:prstGeom>
        </p:spPr>
      </p:pic>
      <p:sp>
        <p:nvSpPr>
          <p:cNvPr id="8" name="frame-pos"/>
          <p:cNvSpPr/>
          <p:nvPr/>
        </p:nvSpPr>
        <p:spPr>
          <a:xfrm>
            <a:off x="3227832" y="1673352"/>
            <a:ext cx="2319594" cy="4608576"/>
          </a:xfrm>
          <a:prstGeom prst="roundRect">
            <a:avLst>
              <a:gd name="adj" fmla="val 5913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9" name="pos" descr="../pack/site/assets/screens/p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219157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التطبيق؟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828800"/>
            <a:ext cx="6766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لإدارة السوبرماركت بواجهة عربية كاملة (RTL)</a:t>
            </a:r>
            <a:endParaRPr lang="en-US" sz="20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بيع، ومنتجات ومخزون، ومشتريات وموردون</a:t>
            </a:r>
            <a:endParaRPr lang="en-US" sz="20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مصاريف وتقارير أرباح بفترات مختلفة</a:t>
            </a:r>
            <a:endParaRPr lang="en-US" sz="20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بكلمة مرور ونسخ احتياطي</a:t>
            </a:r>
            <a:endParaRPr lang="en-US" sz="20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لغات ومظهر فاتح أو داكن</a:t>
            </a:r>
            <a:endParaRPr lang="en-US" sz="2000" dirty="0"/>
          </a:p>
        </p:txBody>
      </p:sp>
      <p:sp>
        <p:nvSpPr>
          <p:cNvPr id="6" name="frame-dashboard"/>
          <p:cNvSpPr/>
          <p:nvPr/>
        </p:nvSpPr>
        <p:spPr>
          <a:xfrm>
            <a:off x="1581912" y="1581912"/>
            <a:ext cx="2230142" cy="4425696"/>
          </a:xfrm>
          <a:prstGeom prst="roundRect">
            <a:avLst>
              <a:gd name="adj" fmla="val 6150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7" name="dashboard" descr="لوحة التحك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45920"/>
            <a:ext cx="2102126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6053328"/>
            <a:ext cx="2833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5760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 من التطبيق وبيانات تجريبية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يقدّم؟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الميزات الرئيسية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982712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65592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65592" y="2441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مبيعات اليوم والمخزون المنخفض وقيمة المخزون ورسم 7 أيام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3672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منتجات ومخزون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441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باركود وSKU وتصنيفات وبحث وتصفية وتصدير xlsx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بيع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41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باركود وخصم وضريبة وعميل ونقد أو بطاقة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82712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65592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وتصدير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65592" y="46360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وإيصال حراري وTXT وDOCX وXLSX وإرجاع أصناف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33672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مشتريات وموردون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46360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شراء وكشف حساب لكل مورد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وأرباح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46360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الربح وهامشه حسب الفترة والتصنيف والمنتج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الأصناف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المنتجات والمخزون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82880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بالاسم أو SKU أو الباركود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تصفية: الكل، منخفض، نفدت الكمية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بالاسم أو السعر أو الكمية أو التاريخ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البيع والشراء وحد أدنى وتاريخ انتهاء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تصنيفات وتصدير المخزون xlsx</a:t>
            </a:r>
            <a:endParaRPr lang="en-US" sz="1800" dirty="0"/>
          </a:p>
        </p:txBody>
      </p:sp>
      <p:sp>
        <p:nvSpPr>
          <p:cNvPr id="6" name="frame-products"/>
          <p:cNvSpPr/>
          <p:nvPr/>
        </p:nvSpPr>
        <p:spPr>
          <a:xfrm>
            <a:off x="758952" y="1581912"/>
            <a:ext cx="2230142" cy="4425696"/>
          </a:xfrm>
          <a:prstGeom prst="roundRect">
            <a:avLst>
              <a:gd name="adj" fmla="val 6150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7" name="products" descr="قائمة المنتج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102126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6053328"/>
            <a:ext cx="2833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المنتجات</a:t>
            </a:r>
            <a:endParaRPr lang="en-US" sz="1200" dirty="0"/>
          </a:p>
        </p:txBody>
      </p:sp>
      <p:sp>
        <p:nvSpPr>
          <p:cNvPr id="9" name="frame-add-product"/>
          <p:cNvSpPr/>
          <p:nvPr/>
        </p:nvSpPr>
        <p:spPr>
          <a:xfrm>
            <a:off x="3227832" y="1581912"/>
            <a:ext cx="2230142" cy="4425696"/>
          </a:xfrm>
          <a:prstGeom prst="roundRect">
            <a:avLst>
              <a:gd name="adj" fmla="val 6150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10" name="add-product" descr="إضافة منت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2102126" cy="4297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6053328"/>
            <a:ext cx="2833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منتج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البيع اليومي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البيع والفواتير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82880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أو مسح باركود وإضافة للسلة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ونسبة ضريبة واختيار العميل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المدفوع وطريقة الدفع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مبيعات وتفاصيل الفاتورة</a:t>
            </a:r>
            <a:endParaRPr lang="en-US" sz="18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إرجاع أصناف وتصدير أو طباعة</a:t>
            </a:r>
            <a:endParaRPr lang="en-US" sz="1800" dirty="0"/>
          </a:p>
        </p:txBody>
      </p:sp>
      <p:sp>
        <p:nvSpPr>
          <p:cNvPr id="6" name="frame-pos"/>
          <p:cNvSpPr/>
          <p:nvPr/>
        </p:nvSpPr>
        <p:spPr>
          <a:xfrm>
            <a:off x="758952" y="1581912"/>
            <a:ext cx="2230142" cy="4425696"/>
          </a:xfrm>
          <a:prstGeom prst="roundRect">
            <a:avLst>
              <a:gd name="adj" fmla="val 6150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7" name="pos" descr="نقطة الب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102126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6053328"/>
            <a:ext cx="2833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البيع</a:t>
            </a:r>
            <a:endParaRPr lang="en-US" sz="1200" dirty="0"/>
          </a:p>
        </p:txBody>
      </p:sp>
      <p:sp>
        <p:nvSpPr>
          <p:cNvPr id="9" name="frame-invoice"/>
          <p:cNvSpPr/>
          <p:nvPr/>
        </p:nvSpPr>
        <p:spPr>
          <a:xfrm>
            <a:off x="3227832" y="1581912"/>
            <a:ext cx="2230142" cy="4425696"/>
          </a:xfrm>
          <a:prstGeom prst="roundRect">
            <a:avLst>
              <a:gd name="adj" fmla="val 6150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10" name="invoice" descr="تفاصيل الفات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2102126" cy="4297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6053328"/>
            <a:ext cx="2833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الفاتورة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الجانب المالي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المشتريات والموردون والمصاريف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frame-purchases"/>
          <p:cNvSpPr/>
          <p:nvPr/>
        </p:nvSpPr>
        <p:spPr>
          <a:xfrm>
            <a:off x="898855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6" name="purchases" descr="المشتري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91640"/>
            <a:ext cx="1923222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المشتريات</a:t>
            </a:r>
            <a:endParaRPr lang="en-US" sz="1200" dirty="0"/>
          </a:p>
        </p:txBody>
      </p:sp>
      <p:sp>
        <p:nvSpPr>
          <p:cNvPr id="8" name="frame-supplier-statement"/>
          <p:cNvSpPr/>
          <p:nvPr/>
        </p:nvSpPr>
        <p:spPr>
          <a:xfrm>
            <a:off x="551383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9" name="supplier-statement" descr="كشف حساب مورد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91640"/>
            <a:ext cx="1923222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حساب مورد</a:t>
            </a:r>
            <a:endParaRPr lang="en-US" sz="1200" dirty="0"/>
          </a:p>
        </p:txBody>
      </p:sp>
      <p:sp>
        <p:nvSpPr>
          <p:cNvPr id="11" name="frame-expenses"/>
          <p:cNvSpPr/>
          <p:nvPr/>
        </p:nvSpPr>
        <p:spPr>
          <a:xfrm>
            <a:off x="203911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12" name="expenses" descr="المصاري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91640"/>
            <a:ext cx="1923222" cy="3931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المصاريف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والأرباح والتنبيهات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frame-reports-today"/>
          <p:cNvSpPr/>
          <p:nvPr/>
        </p:nvSpPr>
        <p:spPr>
          <a:xfrm>
            <a:off x="898855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6" name="reports-today" descr="التقاري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91640"/>
            <a:ext cx="1923222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sz="1200" dirty="0"/>
          </a:p>
        </p:txBody>
      </p:sp>
      <p:sp>
        <p:nvSpPr>
          <p:cNvPr id="8" name="frame-profit-report"/>
          <p:cNvSpPr/>
          <p:nvPr/>
        </p:nvSpPr>
        <p:spPr>
          <a:xfrm>
            <a:off x="551383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9" name="profit-report" descr="تقرير الأربا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91640"/>
            <a:ext cx="1923222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الأرباح</a:t>
            </a:r>
            <a:endParaRPr lang="en-US" sz="1200" dirty="0"/>
          </a:p>
        </p:txBody>
      </p:sp>
      <p:sp>
        <p:nvSpPr>
          <p:cNvPr id="11" name="frame-stock-alerts"/>
          <p:cNvSpPr/>
          <p:nvPr/>
        </p:nvSpPr>
        <p:spPr>
          <a:xfrm>
            <a:off x="203911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12" name="stock-alerts" descr="تنبيهات المخزو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91640"/>
            <a:ext cx="1923222" cy="3931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المخزون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التقارير إلى Excel وWord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إضافية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الباركود والأمان والإعدادات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frame-barcode-labels"/>
          <p:cNvSpPr/>
          <p:nvPr/>
        </p:nvSpPr>
        <p:spPr>
          <a:xfrm>
            <a:off x="898855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6" name="barcode-labels" descr="ملصقات الباركو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91640"/>
            <a:ext cx="1923222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ملصقات الباركود</a:t>
            </a:r>
            <a:endParaRPr lang="en-US" sz="1200" dirty="0"/>
          </a:p>
        </p:txBody>
      </p:sp>
      <p:sp>
        <p:nvSpPr>
          <p:cNvPr id="8" name="frame-backup"/>
          <p:cNvSpPr/>
          <p:nvPr/>
        </p:nvSpPr>
        <p:spPr>
          <a:xfrm>
            <a:off x="551383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9" name="backup" descr="النسخ الاحتيا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91640"/>
            <a:ext cx="1923222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 الاحتياطي</a:t>
            </a:r>
            <a:endParaRPr lang="en-US" sz="1200" dirty="0"/>
          </a:p>
        </p:txBody>
      </p:sp>
      <p:sp>
        <p:nvSpPr>
          <p:cNvPr id="11" name="frame-settings"/>
          <p:cNvSpPr/>
          <p:nvPr/>
        </p:nvSpPr>
        <p:spPr>
          <a:xfrm>
            <a:off x="2039112" y="1627632"/>
            <a:ext cx="2051238" cy="4059936"/>
          </a:xfrm>
          <a:prstGeom prst="roundRect">
            <a:avLst>
              <a:gd name="adj" fmla="val 6687"/>
            </a:avLst>
          </a:prstGeom>
          <a:solidFill>
            <a:srgbClr val="263330"/>
          </a:solidFill>
          <a:ln w="12700">
            <a:solidFill>
              <a:srgbClr val="263330"/>
            </a:solidFill>
            <a:prstDash val="solid"/>
          </a:ln>
        </p:spPr>
      </p:sp>
      <p:pic>
        <p:nvPicPr>
          <p:cNvPr id="12" name="settings" descr="الإعدادا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91640"/>
            <a:ext cx="1923222" cy="3931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5733288"/>
            <a:ext cx="2654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الإعدادات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لماذا؟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لصاحب المتجر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  |  dev.alihussainhabib@gmail.com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53912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36792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أقل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44144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البيع والمشتريات والمصاريف في مكان واحد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مخزون أوضح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4144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المنخفض والراكد وقريب الانتهاء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3886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ربح معروف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544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المبيعات والمصاريف وصافي الربح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" y="3886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محمية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544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ونسخ احتياطي محلي وعلى Google Drive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554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EE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معنا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560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للاستفسار أو طلب عرض توضيحي للتطبيق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737360" y="35661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736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0933968244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09360" y="35661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1A2523"/>
          </a:solidFill>
          <a:ln w="12700">
            <a:solidFill>
              <a:srgbClr val="2A38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DB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C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dev.alihussainhabib@gmail.com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تطبيق إدارة السوبرماركت</dc:title>
  <dc:subject>PptxGenJS Presentation</dc:subject>
  <dc:creator>dev.alihussainhabib@gmail.com</dc:creator>
  <cp:lastModifiedBy>dev.alihussainhabib@gmail.com</cp:lastModifiedBy>
  <cp:revision>1</cp:revision>
  <dcterms:created xsi:type="dcterms:W3CDTF">2026-10-27T08:13:30Z</dcterms:created>
  <dcterms:modified xsi:type="dcterms:W3CDTF">2026-10-27T08:13:30Z</dcterms:modified>
</cp:coreProperties>
</file>